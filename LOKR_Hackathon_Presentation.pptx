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4EE8F-A098-493F-A6C1-8999EF2AE9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DED5C-B715-4C79-A339-A554FF69CD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3C9BF79-30DA-428C-8B2F-19C4812E6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220F66-2447-4DFA-AD04-C9CDAD2E1C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14EB5E-4962-47DB-B630-473AEC7863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6F83A0-307A-477D-9295-8466350305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0D7126A-DA8B-48EC-A138-E439D47DCC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5AC7B3B-50BE-4F97-853E-D30609B1BB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ADB9367-91A7-4543-872F-FC7FB273B9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F72B767-8B5C-4F83-A9F4-B8CC4EF24D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D303345-EFD9-4BF7-9F16-2BF113782C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9A8BB7-43F1-4CC5-841E-5476274B7C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2C8767-7F9E-4B5C-8A64-30070F16B8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E20C73-998E-4623-A5C3-1E65186E0B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5BCB3F-669D-43FB-BB0C-B251F801F7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0F3237-09FE-4E9F-8E1C-5C8BACCC87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8E3B38-5072-4EAE-950D-CC376133E4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0655C8-FF15-4048-8B5D-C397F95F58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0C9B0E-AC70-4028-8C02-62981448EC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C1A829-9D81-49F4-BB10-F1B5A01CEE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E6B884-00E8-460E-881F-57D03228BE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86A99F-FCD7-4D43-A11D-821E12BC5B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video" Target="file:///home/anas/Videos/Screencasts/Screencast from 2026-05-08 16-41-20.webm" TargetMode="External"/><Relationship Id="rId2" Type="http://schemas.microsoft.com/office/2007/relationships/media" Target="file:///home/anas/Videos/Screencasts/Screencast from 2026-05-08 16-41-20.webm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892240" y="2286000"/>
            <a:ext cx="3358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96ff"/>
                </a:solidFill>
                <a:latin typeface="Calibri"/>
              </a:rPr>
              <a:t>🛡️ </a:t>
            </a:r>
            <a:r>
              <a:rPr b="1" lang="en-US" sz="6000" spc="-1" strike="noStrike">
                <a:solidFill>
                  <a:srgbClr val="0096ff"/>
                </a:solidFill>
                <a:latin typeface="Calibri"/>
              </a:rPr>
              <a:t>LOKR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307240" y="3840480"/>
            <a:ext cx="452916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Multi-Agent Code Sentinel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AI Engineering Copilot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2743200" y="457200"/>
            <a:ext cx="3657240" cy="164556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</a:rPr>
              <a:t>[INSERT COVER IMAGE HERE]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2743200" y="457200"/>
            <a:ext cx="3657600" cy="164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725560" y="365760"/>
            <a:ext cx="3692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The Problem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457200" y="1188720"/>
            <a:ext cx="18284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508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457200" y="1463040"/>
            <a:ext cx="3657240" cy="457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</a:rPr>
              <a:t>[INSERT IMAGE HERE]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572000" y="1463040"/>
            <a:ext cx="4114440" cy="51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Modern codebases are too complex for manual review.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Silent bugs like IDOR, logic inversions, and missing validations slip past traditional CI/CD.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AI assistants hallucinate fixes for code they've never seen.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Traditional tools can't understand actual code structure or dependencies.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457200" y="1463040"/>
            <a:ext cx="36572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2738520" y="365760"/>
            <a:ext cx="3666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The Solution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457200" y="1188720"/>
            <a:ext cx="18284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508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60" y="2971800"/>
            <a:ext cx="50288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Prevents dangerous deployments before they happen, Grounded in  evidence. Zero hallucinations.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360" y="3886200"/>
            <a:ext cx="9143640" cy="2595240"/>
          </a:xfrm>
          <a:prstGeom prst="rect">
            <a:avLst/>
          </a:prstGeom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0" y="1371600"/>
            <a:ext cx="6502320" cy="1588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  <a:ea typeface="Noto Sans CJK SC"/>
              </a:rPr>
              <a:t> </a:t>
            </a:r>
            <a:r>
              <a:rPr b="0" lang="en-US" sz="1800" spc="-1" strike="noStrike">
                <a:solidFill>
                  <a:srgbClr val="14141e"/>
                </a:solidFill>
                <a:latin typeface="Calibri"/>
                <a:ea typeface="Noto Sans CJK SC"/>
              </a:rPr>
              <a:t>LOKR isn't just a chatbot.</a:t>
            </a:r>
            <a:br>
              <a:rPr sz="1800"/>
            </a:br>
            <a:r>
              <a:rPr b="0" lang="en-US" sz="1800" spc="-1" strike="noStrike">
                <a:solidFill>
                  <a:srgbClr val="14141e"/>
                </a:solidFill>
                <a:latin typeface="Calibri"/>
                <a:ea typeface="Noto Sans CJK SC"/>
              </a:rPr>
              <a:t> It's a multi-agent framework that:</a:t>
            </a:r>
            <a:br>
              <a:rPr sz="1800"/>
            </a:b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• Detects bugs using Graph-RAG over your actual codebase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Repairs issues with validated patches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2608200" y="365760"/>
            <a:ext cx="3927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How It 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360" y="1143000"/>
            <a:ext cx="7314840" cy="30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4 specialized agents collaborate in a deterministic loop: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1. Analyzer: Diagnoses the issue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2. Action: Proposes a fix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3. Safety: Evaluates risk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4. Validator: Verifies correctness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Every decision is cross-referenced against your actual codebase.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0" y="4114800"/>
            <a:ext cx="9144000" cy="274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3131640" y="365760"/>
            <a:ext cx="2880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Why AMD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457200" y="1188720"/>
            <a:ext cx="18284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508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457200" y="1463040"/>
            <a:ext cx="8229240" cy="35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MI300X gives us 192GB VRAM for full codebase analysis.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Deployed on ROCm for cost-effective inference.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Qwen 2.5-Coder 32B and 72B running natively on AMD hardware.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Privacy-first: Code stays on-premise. Enterprise-ready.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3078360" y="365760"/>
            <a:ext cx="2986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The Demo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0" y="1371600"/>
            <a:ext cx="7086600" cy="38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Watch LOKR in action: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REPAIR Mode: Detect a missing‑await race condition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Trace the broken async call to its root cause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Propose a validated fix in seconds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REVIEW Mode: Catch a dangerous logic regression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Reject a || → &amp;&amp; condition change that weakens validation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Risk scoring with evidence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PREVENT Mode: Block a dangerous deployment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Failing CI + disabled auth + missing migration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000" spc="-1" strike="noStrike">
                <a:solidFill>
                  <a:srgbClr val="14141e"/>
                </a:solidFill>
                <a:latin typeface="Calibri"/>
              </a:rPr>
              <a:t>- Returns NO_GO_FIX_BLOCKERS with reasoning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886200" y="1143000"/>
            <a:ext cx="525780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2903760" y="365760"/>
            <a:ext cx="3335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4141e"/>
                </a:solidFill>
                <a:latin typeface="Calibri"/>
              </a:rPr>
              <a:t>The Impact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457200" y="1188720"/>
            <a:ext cx="18284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50800">
            <a:solidFill>
              <a:srgbClr val="009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57200" y="1463040"/>
            <a:ext cx="822924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10x Faster Debugging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Engineers spend less time manually tracing code.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Zero-Regression Deployments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Every fix is validated before merge.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Total Codebase Visibility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LOKR makes development faster, safer, and entirely transparent.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pc="-1" strike="noStrike">
                <a:solidFill>
                  <a:srgbClr val="14141e"/>
                </a:solidFill>
                <a:latin typeface="Calibri"/>
              </a:rPr>
              <a:t>Built on AMD Infrastructure. Open Source. Production-Ready.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2026-05-08T16:52:34Z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